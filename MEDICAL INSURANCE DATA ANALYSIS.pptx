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6242C9-E8FB-42BE-8F83-66ED56B81243}" v="6" dt="2024-12-13T15:13:13.4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93271-17AE-FDF7-DC4A-13693C867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36C4F5-9FB1-294E-5ACB-F482B7463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96A04-EDC5-E8A3-5A23-8105D1A18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3C60-9862-4564-837F-C0C6F68ED18F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02277-C50E-D041-73AD-03898C091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E3161-2312-A0B2-7AAB-293FE0E9D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8068B-0357-4251-A880-D0CF00F6E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682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0E555-03CB-FD29-BC98-FD499F1A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FBF21-8833-17A1-2733-58D2B4EF8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E8379-E6E4-7102-B4C2-1BC3CBD9A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3C60-9862-4564-837F-C0C6F68ED18F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050A2-33A0-437A-9016-BB8B3046C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40DFC-F3C4-DDEA-4A64-6CA9DB52B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8068B-0357-4251-A880-D0CF00F6E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954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A9DF8-95A4-C5F3-D657-BDF33F24C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10D93-C2F3-2E26-543B-42586862E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2DF75-8D3F-BF5D-530D-E2EC0D050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3C60-9862-4564-837F-C0C6F68ED18F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60CB3-FB51-3756-2FA5-7201A8BB8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7AD64-64C6-560F-84A9-362B1473E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8068B-0357-4251-A880-D0CF00F6E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618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C159-C5C9-ACDE-6BE6-418EE3ED4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A8359-D199-9688-23CC-0C5E3F642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4C5FB-0ECF-E620-7115-A4700380D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97494-E0B4-F03C-1584-08879714F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3C60-9862-4564-837F-C0C6F68ED18F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5E14D-6C39-9FDE-77C7-FED2144C3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042AB1-E42F-FA83-6AE2-92E6BC10E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8068B-0357-4251-A880-D0CF00F6E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894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A483B-CB04-64C9-B3CF-5971A84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46A9D-32F9-0EB4-BF4C-F7F5664B3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8B286-73B4-C90A-AE73-29E5A4CB3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11C7DB-3AD8-8B13-D6E4-80CFABB4D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080C5B-FB33-541B-BAF0-C1A7E217D1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B99767-FA69-07CF-D284-0A4567435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3C60-9862-4564-837F-C0C6F68ED18F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F91F13-5E21-EFC9-9972-BB4307C7E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687C70-88C9-A30C-6355-E6814E64B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8068B-0357-4251-A880-D0CF00F6E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380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8D7BA-91D4-6B12-3FB6-65E92DB55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A423C9-6DC9-5043-2302-2E12EE6A2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3C60-9862-4564-837F-C0C6F68ED18F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42A277-3A30-45FB-64D1-0F940D6E0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2E3A43-1C57-B64A-DBE9-1E6B110A2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8068B-0357-4251-A880-D0CF00F6E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554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5DC3A4-74B8-3699-2D38-82167495D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3C60-9862-4564-837F-C0C6F68ED18F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19A727-287E-6515-7B5F-5536C854C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1B43E-E5BA-0D1D-44D7-1C3B2EA8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8068B-0357-4251-A880-D0CF00F6E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990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C4760-68A5-15A5-1279-A1CAF9827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5BED0-177D-1693-DEF4-758644F35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A54999-68D7-698D-2A8E-CDE2CF9C7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03BD5-25FC-5D4B-B302-DA6DD8EFA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3C60-9862-4564-837F-C0C6F68ED18F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73F42-A99F-582A-C200-D05E7AE2B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9BC8A-EEB4-ADD9-8EBD-70EB3DB0D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8068B-0357-4251-A880-D0CF00F6E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481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EF2BA-0D73-3A42-2858-73475F1F4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389C1F-72EC-C40F-E21F-2B0916FDF6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E90918-746E-5E2F-A8D4-F3022ECE1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BF7BC-AE66-BAB0-57FF-64DDA528D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3C60-9862-4564-837F-C0C6F68ED18F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468AC-F181-72F9-E3E1-088E7FB4B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86279-C2A0-2C4B-48A3-9763F48E1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8068B-0357-4251-A880-D0CF00F6E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132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3D0A9-72C4-9C55-798A-0A781F195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AA8FC-9EC8-DF26-E686-46E0E8690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F7991-9EB5-C8AF-88EA-BADB6DF2B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3C60-9862-4564-837F-C0C6F68ED18F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39BFD-0B1D-1617-72BC-2F01C807E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2A3BB-4F92-A18C-310F-A54BA6C4D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8068B-0357-4251-A880-D0CF00F6E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307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8FF67D-CCB0-CA39-97C7-380677BD52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9F076F-9A0C-063F-2B82-3E336567D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99B53-3077-3F06-32F0-0B5251784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3C60-9862-4564-837F-C0C6F68ED18F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838A1-A960-FAB9-02BD-1D904B0BA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2AD6A-6844-D6F6-3117-0866119C5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8068B-0357-4251-A880-D0CF00F6E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307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429BC2-9C9B-AA97-36BE-A3D6B845C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63F3A-3C00-2100-A2AE-67F151439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D6BB1-4B7E-FD6C-51CF-07E7138066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B3C60-9862-4564-837F-C0C6F68ED18F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B7262-A1EA-7C7D-3B16-99A8695AA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03D8A-0ACE-0120-B049-A8AC9E37F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78068B-0357-4251-A880-D0CF00F6E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735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820C6-82B8-0C52-6D99-B0AF51816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13DD0D-1B52-0B43-7DAC-6588849B02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3398412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DC3C55-FA37-34E1-61E0-5FA9A65C2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199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DFD5E7-8D20-8BFB-706B-172C99B0E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71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88AE36-11BD-DDD9-BD50-47D44544A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39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073987-1A76-4D99-BD20-3A3CE7BFA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30"/>
            <a:ext cx="12192000" cy="686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978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0C0A45-C90D-D47C-F396-ADA2F3BFE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872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C0DE71-5964-39FF-31F7-4129D9E2D1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811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BBC0BB-EE32-0C13-2EEC-92550B0A6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465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C46CBA-5614-52EA-BC98-A4D82DEA0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819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6343E-60EB-3B11-37BD-EE23550336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196D7C-D9A6-E77B-F137-4B2A48C860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7A4F3C-7911-26A4-E30E-E8182CA6D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885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ashwin suryawanshi</dc:creator>
  <cp:lastModifiedBy>ashwin suryawanshi</cp:lastModifiedBy>
  <cp:revision>2</cp:revision>
  <dcterms:created xsi:type="dcterms:W3CDTF">2024-12-13T15:05:10Z</dcterms:created>
  <dcterms:modified xsi:type="dcterms:W3CDTF">2024-12-13T15:15:59Z</dcterms:modified>
</cp:coreProperties>
</file>